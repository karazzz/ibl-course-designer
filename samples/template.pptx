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1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1"/>
        <p:guide pos="2880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M0" Type="http://schemas.openxmlformats.org/officeDocument/2006/relationships/slideMaster" Target="../slideMasters/slideMaster1.xml"/><Relationship Id="rId1" Type="http://schemas.openxmlformats.org/officeDocument/2006/relationships/image" Target="../media/image1.png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M1" Type="http://schemas.openxmlformats.org/officeDocument/2006/relationships/slideMaster" Target="../slideMasters/slideMaster1.xml"/><Relationship Id="rId1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M2" Type="http://schemas.openxmlformats.org/officeDocument/2006/relationships/slideMaster" Target="../slideMasters/slideMaster1.xml"/><Relationship Id="rId1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M3" Type="http://schemas.openxmlformats.org/officeDocument/2006/relationships/slideMaster" Target="../slideMasters/slideMaster1.xml"/><Relationship Id="rId1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M4" Type="http://schemas.openxmlformats.org/officeDocument/2006/relationships/slideMaster" Target="../slideMasters/slideMaster1.xml"/><Relationship Id="rId1" Type="http://schemas.openxmlformats.org/officeDocument/2006/relationships/image" Target="../media/image3.png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tags" Target="../tags/tag10.xml"/><Relationship Id="rId12" Type="http://schemas.openxmlformats.org/officeDocument/2006/relationships/tags" Target="../tags/tag11.xml"/><Relationship Id="rId13" Type="http://schemas.openxmlformats.org/officeDocument/2006/relationships/tags" Target="../tags/tag12.xml"/></Relationships>
</file>

<file path=ppt/slideLayouts/_rels/slideLayout19.xml.rels><?xml version='1.0' encoding='UTF-8' standalone='yes'?>
<Relationships xmlns="http://schemas.openxmlformats.org/package/2006/relationships"><Relationship Id="rIdM5" Type="http://schemas.openxmlformats.org/officeDocument/2006/relationships/slideMaster" Target="../slideMasters/slideMaster1.xml"/><Relationship Id="rId1" Type="http://schemas.openxmlformats.org/officeDocument/2006/relationships/image" Target="../media/image3.png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tags" Target="../tags/tag17.xml"/><Relationship Id="rId7" Type="http://schemas.openxmlformats.org/officeDocument/2006/relationships/tags" Target="../tags/tag18.xml"/><Relationship Id="rId8" Type="http://schemas.openxmlformats.org/officeDocument/2006/relationships/tags" Target="../tags/tag19.xml"/><Relationship Id="rId9" Type="http://schemas.openxmlformats.org/officeDocument/2006/relationships/tags" Target="../tags/tag20.xml"/><Relationship Id="rId10" Type="http://schemas.openxmlformats.org/officeDocument/2006/relationships/tags" Target="../tags/tag21.xml"/><Relationship Id="rId11" Type="http://schemas.openxmlformats.org/officeDocument/2006/relationships/tags" Target="../tags/tag22.xml"/><Relationship Id="rId12" Type="http://schemas.openxmlformats.org/officeDocument/2006/relationships/tags" Target="../tags/tag23.xml"/><Relationship Id="rId13" Type="http://schemas.openxmlformats.org/officeDocument/2006/relationships/tags" Target="../tags/tag24.xml"/><Relationship Id="rId14" Type="http://schemas.openxmlformats.org/officeDocument/2006/relationships/tags" Target="../tags/tag25.xml"/><Relationship Id="rId15" Type="http://schemas.openxmlformats.org/officeDocument/2006/relationships/tags" Target="../tags/tag26.xml"/><Relationship Id="rId16" Type="http://schemas.openxmlformats.org/officeDocument/2006/relationships/tags" Target="../tags/tag27.xml"/></Relationships>
</file>

<file path=ppt/slideLayouts/_rels/slideLayout20.xml.rels><?xml version='1.0' encoding='UTF-8' standalone='yes'?>
<Relationships xmlns="http://schemas.openxmlformats.org/package/2006/relationships"><Relationship Id="rIdM6" Type="http://schemas.openxmlformats.org/officeDocument/2006/relationships/slideMaster" Target="../slideMasters/slideMaster1.xml"/><Relationship Id="rId1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BL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>
            <p:ph type="ctrTitle" idx="0"/>
          </p:nvPr>
        </p:nvSpPr>
        <p:spPr>
          <a:xfrm>
            <a:off x="2471666" y="2528124"/>
            <a:ext cx="3624334" cy="114770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6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6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标题</a:t>
            </a:r>
            <a:endParaRPr lang="en-US" sz="1100"/>
          </a:p>
        </p:txBody>
      </p:sp>
      <p:sp>
        <p:nvSpPr>
          <p:cNvPr id="4" name="AutoShape 4"/>
          <p:cNvSpPr/>
          <p:nvPr>
            <p:ph type="subTitle" idx="1"/>
          </p:nvPr>
        </p:nvSpPr>
        <p:spPr>
          <a:xfrm>
            <a:off x="2499360" y="3675826"/>
            <a:ext cx="5715000" cy="7886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l">
              <a:lnSpc>
                <a:spcPct val="150000"/>
              </a:lnSpc>
              <a:buNone/>
              <a:defRPr lang="en-US" sz="2400" b="0" i="0" u="none" strike="noStrike">
                <a:solidFill>
                  <a:srgbClr val="FFFFFF"/>
                </a:solidFill>
                <a:latin typeface="Source Han Sans CN VF Light" panose="020B0200000000000000" charset="-122"/>
                <a:ea typeface="Source Han Sans CN VF Light" panose="020B0200000000000000" charset="-122"/>
                <a:cs typeface="Source Han Sans CN VF Light" panose="020B0200000000000000" charset="-122"/>
                <a:sym typeface="Source Han Sans CN VF Light" panose="020B0200000000000000" charset="-122"/>
              </a:defRPr>
            </a:lvl1pPr>
          </a:lstStyle>
          <a:p>
            <a:pPr marL="0" indent="0" algn="l">
              <a:lnSpc>
                <a:spcPct val="150000"/>
              </a:lnSpc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Source Han Sans CN VF Light" panose="020B0200000000000000" charset="-122"/>
                <a:ea typeface="Source Han Sans CN VF Light" panose="020B0200000000000000" charset="-122"/>
                <a:cs typeface="Source Han Sans CN VF Light" panose="020B0200000000000000" charset="-122"/>
                <a:sym typeface="Source Han Sans CN VF Light" panose="020B0200000000000000" charset="-122"/>
              </a:rPr>
              <a:t>副标题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7831" y="480470"/>
            <a:ext cx="2328562" cy="50292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BL_POINTS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>
            <p:ph type="title" idx="0"/>
          </p:nvPr>
        </p:nvSpPr>
        <p:spPr>
          <a:xfrm>
            <a:off x="647700" y="260223"/>
            <a:ext cx="8412480" cy="4389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254" tIns="254" rIns="254" bIns="254" rtlCol="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01 章节标题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>
            <a:off x="635000" y="795594"/>
            <a:ext cx="2011680" cy="0"/>
          </a:xfrm>
          <a:prstGeom prst="line">
            <a:avLst/>
          </a:prstGeom>
          <a:noFill/>
          <a:ln w="254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" name="Connector 5"/>
          <p:cNvCxnSpPr/>
          <p:nvPr/>
        </p:nvCxnSpPr>
        <p:spPr>
          <a:xfrm>
            <a:off x="2674112" y="795528"/>
            <a:ext cx="6492240" cy="0"/>
          </a:xfrm>
          <a:prstGeom prst="line">
            <a:avLst/>
          </a:prstGeom>
          <a:noFill/>
          <a:ln w="12700">
            <a:solidFill>
              <a:srgbClr val="D7EAF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40080" y="1152144"/>
            <a:ext cx="3794760" cy="5074920"/>
          </a:xfrm>
          <a:prstGeom prst="roundRect">
            <a:avLst>
              <a:gd name="adj" fmla="val 2892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ph type="body" idx="1"/>
          </p:nvPr>
        </p:nvSpPr>
        <p:spPr>
          <a:xfrm>
            <a:off x="896112" y="1476375"/>
            <a:ext cx="2377440" cy="3108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8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论点标题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>
            <a:off x="896112" y="1883664"/>
            <a:ext cx="2025650" cy="6985"/>
          </a:xfrm>
          <a:prstGeom prst="line">
            <a:avLst/>
          </a:prstGeom>
          <a:noFill/>
          <a:ln w="381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ph type="body" idx="3"/>
          </p:nvPr>
        </p:nvSpPr>
        <p:spPr>
          <a:xfrm>
            <a:off x="4892040" y="1133856"/>
            <a:ext cx="6400800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8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论点标题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892040" y="1719072"/>
            <a:ext cx="6537960" cy="1005840"/>
          </a:xfrm>
          <a:prstGeom prst="roundRect">
            <a:avLst>
              <a:gd name="adj" fmla="val 1090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6EA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ph type="body" idx="4"/>
          </p:nvPr>
        </p:nvSpPr>
        <p:spPr>
          <a:xfrm>
            <a:off x="5098923" y="1883664"/>
            <a:ext cx="1097280" cy="2194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论点1</a:t>
            </a:r>
            <a:endParaRPr lang="en-US" sz="1100"/>
          </a:p>
        </p:txBody>
      </p:sp>
      <p:sp>
        <p:nvSpPr>
          <p:cNvPr id="12" name="AutoShape 12"/>
          <p:cNvSpPr/>
          <p:nvPr>
            <p:ph type="body" idx="5"/>
          </p:nvPr>
        </p:nvSpPr>
        <p:spPr>
          <a:xfrm>
            <a:off x="5098923" y="2221992"/>
            <a:ext cx="52578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论点详情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892040" y="3072384"/>
            <a:ext cx="6537960" cy="1005840"/>
          </a:xfrm>
          <a:prstGeom prst="roundRect">
            <a:avLst>
              <a:gd name="adj" fmla="val 1090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BFEF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ph type="body" idx="6"/>
          </p:nvPr>
        </p:nvSpPr>
        <p:spPr>
          <a:xfrm>
            <a:off x="5098923" y="3236976"/>
            <a:ext cx="1097280" cy="2194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论点2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92040" y="4425696"/>
            <a:ext cx="6537960" cy="1005840"/>
          </a:xfrm>
          <a:prstGeom prst="roundRect">
            <a:avLst>
              <a:gd name="adj" fmla="val 1090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6EA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ph type="body" idx="8"/>
          </p:nvPr>
        </p:nvSpPr>
        <p:spPr>
          <a:xfrm>
            <a:off x="5098923" y="4590288"/>
            <a:ext cx="1097280" cy="2194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论点3</a:t>
            </a:r>
            <a:endParaRPr lang="en-US" sz="1100"/>
          </a:p>
        </p:txBody>
      </p:sp>
      <p:sp>
        <p:nvSpPr>
          <p:cNvPr id="17" name="AutoShape 17"/>
          <p:cNvSpPr/>
          <p:nvPr>
            <p:ph type="body" idx="7"/>
          </p:nvPr>
        </p:nvSpPr>
        <p:spPr>
          <a:xfrm>
            <a:off x="5098923" y="3575304"/>
            <a:ext cx="52578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论点详情</a:t>
            </a:r>
            <a:endParaRPr lang="en-US" sz="1100"/>
          </a:p>
        </p:txBody>
      </p:sp>
      <p:sp>
        <p:nvSpPr>
          <p:cNvPr id="18" name="AutoShape 18"/>
          <p:cNvSpPr/>
          <p:nvPr>
            <p:ph type="body" idx="9"/>
          </p:nvPr>
        </p:nvSpPr>
        <p:spPr>
          <a:xfrm>
            <a:off x="5098923" y="4928616"/>
            <a:ext cx="52578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论点详情</a:t>
            </a:r>
            <a:endParaRPr lang="en-US" sz="1100"/>
          </a:p>
        </p:txBody>
      </p:sp>
      <p:sp>
        <p:nvSpPr>
          <p:cNvPr id="19" name="AutoShape 19"/>
          <p:cNvSpPr/>
          <p:nvPr>
            <p:ph type="body" idx="2"/>
          </p:nvPr>
        </p:nvSpPr>
        <p:spPr>
          <a:xfrm>
            <a:off x="896112" y="2221992"/>
            <a:ext cx="3331845" cy="32095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论点详情</a:t>
            </a:r>
            <a:endParaRPr lang="en-US"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BL_IMAG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AutoShape 3"/>
          <p:cNvPicPr/>
          <p:nvPr>
            <p:ph type="pic" idx="1"/>
          </p:nvPr>
        </p:nvPicPr>
        <p:blipFill/>
        <p:spPr>
          <a:xfrm>
            <a:off x="1155700" y="1307154"/>
            <a:ext cx="9652261" cy="4924628"/>
          </a:xfrm>
          <a:prstGeom prst="roundRect">
            <a:avLst>
              <a:gd name="adj" fmla="val 222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</p:pic>
      <p:sp>
        <p:nvSpPr>
          <p:cNvPr id="4" name="AutoShape 4"/>
          <p:cNvSpPr/>
          <p:nvPr>
            <p:ph type="title" idx="0"/>
          </p:nvPr>
        </p:nvSpPr>
        <p:spPr>
          <a:xfrm>
            <a:off x="647700" y="260223"/>
            <a:ext cx="8412480" cy="4389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254" tIns="254" rIns="254" bIns="254" rtlCol="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02 章节标题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635000" y="795594"/>
            <a:ext cx="2011680" cy="0"/>
          </a:xfrm>
          <a:prstGeom prst="line">
            <a:avLst/>
          </a:prstGeom>
          <a:noFill/>
          <a:ln w="254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>
            <a:off x="2674112" y="795528"/>
            <a:ext cx="6492240" cy="0"/>
          </a:xfrm>
          <a:prstGeom prst="line">
            <a:avLst/>
          </a:prstGeom>
          <a:noFill/>
          <a:ln w="12700">
            <a:solidFill>
              <a:srgbClr val="D7EAF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02" name="IBL Slot 2"/>
          <p:cNvSpPr txBox="1"/>
          <p:nvPr>
            <p:ph type="body" idx="2"/>
          </p:nvPr>
        </p:nvSpPr>
        <p:spPr>
          <a:xfrm>
            <a:off x="1152144" y="5779008"/>
            <a:ext cx="9656064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>
            <a:lvl1pPr algn="ctr">
              <a:buNone/>
              <a:defRPr sz="1200">
                <a:solidFill>
                  <a:srgbClr val="595959"/>
                </a:solidFill>
              </a:defRPr>
            </a:lvl1pPr>
          </a:lstStyle>
          <a:p>
            <a:pPr algn="ctr"/>
            <a:endParaRPr 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BL_QUOT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>
            <p:ph type="body" idx="2"/>
          </p:nvPr>
        </p:nvSpPr>
        <p:spPr>
          <a:xfrm>
            <a:off x="640080" y="1143000"/>
            <a:ext cx="2609199" cy="5141595"/>
          </a:xfrm>
          <a:prstGeom prst="roundRect">
            <a:avLst>
              <a:gd name="adj" fmla="val 6969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>
            <a:lvl1pPr algn="ctr">
              <a:buNone/>
            </a:lvl1pPr>
          </a:lstStyle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ph type="body" idx="4"/>
          </p:nvPr>
        </p:nvSpPr>
        <p:spPr>
          <a:xfrm>
            <a:off x="6584400" y="1143000"/>
            <a:ext cx="2227580" cy="5114316"/>
          </a:xfrm>
          <a:prstGeom prst="roundRect">
            <a:avLst>
              <a:gd name="adj" fmla="val 765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>
            <a:lvl1pPr algn="ctr">
              <a:buNone/>
            </a:lvl1pPr>
          </a:lstStyle>
          <a:p>
            <a:pPr algn="ctr">
              <a:defRPr/>
            </a:pPr>
          </a:p>
        </p:txBody>
      </p:sp>
      <p:pic>
        <p:nvPicPr>
          <p:cNvPr id="5" name="AutoShape 5"/>
          <p:cNvPicPr/>
          <p:nvPr>
            <p:ph type="pic" idx="1"/>
          </p:nvPr>
        </p:nvPicPr>
        <p:blipFill/>
        <p:spPr>
          <a:xfrm>
            <a:off x="3348487" y="1143000"/>
            <a:ext cx="3133545" cy="2358070"/>
          </a:xfrm>
          <a:prstGeom prst="roundRect">
            <a:avLst>
              <a:gd name="adj" fmla="val 465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</p:pic>
      <p:sp>
        <p:nvSpPr>
          <p:cNvPr id="6" name="AutoShape 6"/>
          <p:cNvSpPr/>
          <p:nvPr>
            <p:ph type="body" idx="3"/>
          </p:nvPr>
        </p:nvSpPr>
        <p:spPr>
          <a:xfrm>
            <a:off x="3348487" y="3700158"/>
            <a:ext cx="3113220" cy="2584437"/>
          </a:xfrm>
          <a:prstGeom prst="roundRect">
            <a:avLst>
              <a:gd name="adj" fmla="val 4245"/>
            </a:avLst>
          </a:prstGeom>
          <a:solidFill>
            <a:srgbClr val="EFFFFD">
              <a:alpha val="100000"/>
            </a:srgbClr>
          </a:solidFill>
          <a:ln w="12700">
            <a:solidFill>
              <a:srgbClr val="9AFFF8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>
            <a:lvl1pPr algn="ctr">
              <a:buNone/>
            </a:lvl1pPr>
          </a:lstStyle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905127" y="1136676"/>
            <a:ext cx="2511388" cy="5120640"/>
          </a:xfrm>
          <a:prstGeom prst="roundRect">
            <a:avLst>
              <a:gd name="adj" fmla="val 4368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060180" y="1442323"/>
            <a:ext cx="457200" cy="438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1" i="0" u="none" strike="noStrike">
                <a:solidFill>
                  <a:srgbClr val="0085FE"/>
                </a:solidFill>
                <a:latin typeface="Helvetica"/>
                <a:ea typeface="Helvetica"/>
                <a:cs typeface="Helvetica"/>
                <a:sym typeface="Helvetica"/>
              </a:rPr>
              <a:t>“</a:t>
            </a:r>
            <a:endParaRPr lang="en-US" sz="1100"/>
          </a:p>
        </p:txBody>
      </p:sp>
      <p:sp>
        <p:nvSpPr>
          <p:cNvPr id="9" name="AutoShape 9"/>
          <p:cNvSpPr/>
          <p:nvPr>
            <p:ph type="title" idx="0"/>
          </p:nvPr>
        </p:nvSpPr>
        <p:spPr>
          <a:xfrm>
            <a:off x="647700" y="260223"/>
            <a:ext cx="8412480" cy="4389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254" tIns="254" rIns="254" bIns="254" rtlCol="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03 章节标题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>
            <a:off x="635000" y="795594"/>
            <a:ext cx="2011680" cy="0"/>
          </a:xfrm>
          <a:prstGeom prst="line">
            <a:avLst/>
          </a:prstGeom>
          <a:noFill/>
          <a:ln w="254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/>
        </p:nvCxnSpPr>
        <p:spPr>
          <a:xfrm>
            <a:off x="2674112" y="795528"/>
            <a:ext cx="6492240" cy="0"/>
          </a:xfrm>
          <a:prstGeom prst="line">
            <a:avLst/>
          </a:prstGeom>
          <a:noFill/>
          <a:ln w="12700">
            <a:solidFill>
              <a:srgbClr val="D7EAF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BL_ROWS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658368" y="1097280"/>
            <a:ext cx="4937760" cy="5166360"/>
          </a:xfrm>
          <a:prstGeom prst="roundRect">
            <a:avLst>
              <a:gd name="adj" fmla="val 2222"/>
            </a:avLst>
          </a:prstGeom>
          <a:solidFill>
            <a:srgbClr val="0085FE">
              <a:alpha val="100000"/>
            </a:srgbClr>
          </a:solidFill>
          <a:ln w="12700">
            <a:solidFill>
              <a:srgbClr val="0085FE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ph type="body" idx="1"/>
          </p:nvPr>
        </p:nvSpPr>
        <p:spPr>
          <a:xfrm>
            <a:off x="960120" y="1481328"/>
            <a:ext cx="2011680" cy="3108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l">
              <a:lnSpc>
                <a:spcPct val="150000"/>
              </a:lnSpc>
              <a:buNone/>
              <a:defRPr lang="en-US" sz="18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论点</a:t>
            </a:r>
            <a:endParaRPr lang="en-US" sz="1100"/>
          </a:p>
        </p:txBody>
      </p:sp>
      <p:sp>
        <p:nvSpPr>
          <p:cNvPr id="6" name="AutoShape 6"/>
          <p:cNvSpPr/>
          <p:nvPr>
            <p:ph type="body" idx="2"/>
          </p:nvPr>
        </p:nvSpPr>
        <p:spPr>
          <a:xfrm>
            <a:off x="960120" y="2212848"/>
            <a:ext cx="4251960" cy="32461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rmAutofit/>
          </a:bodyPr>
          <a:lstStyle>
            <a:lvl1pPr marL="0" indent="0" algn="l">
              <a:lnSpc>
                <a:spcPct val="150000"/>
              </a:lnSpc>
              <a:buNone/>
              <a:defRPr lang="en-US" sz="1400" b="0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论点详情</a:t>
            </a:r>
            <a:endParaRPr lang="en-US" sz="1100"/>
          </a:p>
        </p:txBody>
      </p:sp>
      <p:sp>
        <p:nvSpPr>
          <p:cNvPr id="7" name="AutoShape 7"/>
          <p:cNvSpPr/>
          <p:nvPr>
            <p:ph type="body" idx="3"/>
          </p:nvPr>
        </p:nvSpPr>
        <p:spPr>
          <a:xfrm>
            <a:off x="6080760" y="1115568"/>
            <a:ext cx="18288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l">
              <a:lnSpc>
                <a:spcPct val="150000"/>
              </a:lnSpc>
              <a:buNone/>
              <a:defRPr lang="en-US" sz="18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rPr>
              <a:t>论点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6080760" y="1600200"/>
            <a:ext cx="5257800" cy="1299210"/>
          </a:xfrm>
          <a:prstGeom prst="roundRect">
            <a:avLst>
              <a:gd name="adj" fmla="val 1061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6355080" y="1828800"/>
            <a:ext cx="438912" cy="2011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lang="en-US" sz="1100"/>
          </a:p>
        </p:txBody>
      </p:sp>
      <p:sp>
        <p:nvSpPr>
          <p:cNvPr id="11" name="AutoShape 11"/>
          <p:cNvSpPr/>
          <p:nvPr>
            <p:ph type="body" idx="4"/>
            <p:custDataLst>
              <p:tags r:id="rId4"/>
            </p:custDataLst>
          </p:nvPr>
        </p:nvSpPr>
        <p:spPr>
          <a:xfrm>
            <a:off x="7178040" y="1764792"/>
            <a:ext cx="2286000" cy="2011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l">
              <a:lnSpc>
                <a:spcPct val="150000"/>
              </a:lnSpc>
              <a:buNone/>
              <a:def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rPr>
              <a:t>分论点1</a:t>
            </a:r>
            <a:endParaRPr lang="en-US" sz="1100"/>
          </a:p>
        </p:txBody>
      </p:sp>
      <p:sp>
        <p:nvSpPr>
          <p:cNvPr id="12" name="AutoShape 12"/>
          <p:cNvSpPr/>
          <p:nvPr>
            <p:ph type="body" idx="5"/>
            <p:custDataLst>
              <p:tags r:id="rId5"/>
            </p:custDataLst>
          </p:nvPr>
        </p:nvSpPr>
        <p:spPr>
          <a:xfrm>
            <a:off x="7178040" y="2103120"/>
            <a:ext cx="3749040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lang="en-US" sz="1400" b="0" i="0" u="none" strike="noStrike">
                <a:solidFill>
                  <a:srgbClr val="808080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808080"/>
                </a:solidFill>
                <a:latin typeface="Noto Sans"/>
                <a:ea typeface="Noto Sans"/>
                <a:cs typeface="Noto Sans"/>
                <a:sym typeface="Noto Sans"/>
              </a:rPr>
              <a:t>分论点1详情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6080760" y="3027045"/>
            <a:ext cx="5257800" cy="1280795"/>
          </a:xfrm>
          <a:prstGeom prst="roundRect">
            <a:avLst>
              <a:gd name="adj" fmla="val 1061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7"/>
            </p:custDataLst>
          </p:nvPr>
        </p:nvSpPr>
        <p:spPr>
          <a:xfrm>
            <a:off x="6355080" y="3246120"/>
            <a:ext cx="438912" cy="2011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lang="en-US" sz="1100"/>
          </a:p>
        </p:txBody>
      </p:sp>
      <p:sp>
        <p:nvSpPr>
          <p:cNvPr id="16" name="AutoShape 16"/>
          <p:cNvSpPr/>
          <p:nvPr>
            <p:ph type="body" idx="6"/>
            <p:custDataLst>
              <p:tags r:id="rId8"/>
            </p:custDataLst>
          </p:nvPr>
        </p:nvSpPr>
        <p:spPr>
          <a:xfrm>
            <a:off x="7178040" y="3182112"/>
            <a:ext cx="2286000" cy="2011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l">
              <a:lnSpc>
                <a:spcPct val="150000"/>
              </a:lnSpc>
              <a:buNone/>
              <a:def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rPr>
              <a:t>分论点</a:t>
            </a:r>
            <a:r>
              <a: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lang="en-US" sz="1100"/>
          </a:p>
        </p:txBody>
      </p:sp>
      <p:sp>
        <p:nvSpPr>
          <p:cNvPr id="17" name="AutoShape 17"/>
          <p:cNvSpPr/>
          <p:nvPr>
            <p:ph type="body" idx="7"/>
            <p:custDataLst>
              <p:tags r:id="rId9"/>
            </p:custDataLst>
          </p:nvPr>
        </p:nvSpPr>
        <p:spPr>
          <a:xfrm>
            <a:off x="7178040" y="3520440"/>
            <a:ext cx="3749040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lang="en-US" sz="1400" b="0" i="0" u="none" strike="noStrike">
                <a:solidFill>
                  <a:srgbClr val="808080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808080"/>
                </a:solidFill>
                <a:latin typeface="Noto Sans"/>
                <a:ea typeface="Noto Sans"/>
                <a:cs typeface="Noto Sans"/>
                <a:sym typeface="Noto Sans"/>
              </a:rPr>
              <a:t>分论点</a:t>
            </a:r>
            <a:r>
              <a:rPr lang="en-US" sz="1400" b="0" i="0" u="none" strike="noStrike">
                <a:solidFill>
                  <a:srgbClr val="80808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r>
              <a:rPr lang="en-US" sz="1400" b="0" i="0" u="none" strike="noStrike">
                <a:solidFill>
                  <a:srgbClr val="808080"/>
                </a:solidFill>
                <a:latin typeface="Noto Sans"/>
                <a:ea typeface="Noto Sans"/>
                <a:cs typeface="Noto Sans"/>
                <a:sym typeface="Noto Sans"/>
              </a:rPr>
              <a:t>详情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0"/>
            </p:custDataLst>
          </p:nvPr>
        </p:nvSpPr>
        <p:spPr>
          <a:xfrm>
            <a:off x="6080760" y="4434840"/>
            <a:ext cx="5257800" cy="1379220"/>
          </a:xfrm>
          <a:prstGeom prst="roundRect">
            <a:avLst>
              <a:gd name="adj" fmla="val 1061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1"/>
            </p:custDataLst>
          </p:nvPr>
        </p:nvSpPr>
        <p:spPr>
          <a:xfrm>
            <a:off x="6355080" y="4663440"/>
            <a:ext cx="438912" cy="2011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lang="en-US" sz="1100"/>
          </a:p>
        </p:txBody>
      </p:sp>
      <p:sp>
        <p:nvSpPr>
          <p:cNvPr id="21" name="AutoShape 21"/>
          <p:cNvSpPr/>
          <p:nvPr>
            <p:ph type="body" idx="8"/>
            <p:custDataLst>
              <p:tags r:id="rId12"/>
            </p:custDataLst>
          </p:nvPr>
        </p:nvSpPr>
        <p:spPr>
          <a:xfrm>
            <a:off x="7178040" y="4599432"/>
            <a:ext cx="2286000" cy="2011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l">
              <a:lnSpc>
                <a:spcPct val="150000"/>
              </a:lnSpc>
              <a:buNone/>
              <a:def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rPr>
              <a:t>分论点</a:t>
            </a:r>
            <a:r>
              <a: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lang="en-US" sz="1100"/>
          </a:p>
        </p:txBody>
      </p:sp>
      <p:sp>
        <p:nvSpPr>
          <p:cNvPr id="22" name="AutoShape 22"/>
          <p:cNvSpPr/>
          <p:nvPr>
            <p:ph type="body" idx="9"/>
            <p:custDataLst>
              <p:tags r:id="rId13"/>
            </p:custDataLst>
          </p:nvPr>
        </p:nvSpPr>
        <p:spPr>
          <a:xfrm>
            <a:off x="7178040" y="4937760"/>
            <a:ext cx="3749040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Autofit/>
          </a:bodyPr>
          <a:lstStyle>
            <a:lvl1pPr marL="0" indent="0" algn="l">
              <a:lnSpc>
                <a:spcPct val="150000"/>
              </a:lnSpc>
              <a:buNone/>
              <a:defRPr lang="en-US" sz="1400" b="0" i="0" u="none" strike="noStrike">
                <a:solidFill>
                  <a:srgbClr val="808080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808080"/>
                </a:solidFill>
                <a:latin typeface="Noto Sans"/>
                <a:ea typeface="Noto Sans"/>
                <a:cs typeface="Noto Sans"/>
                <a:sym typeface="Noto Sans"/>
              </a:rPr>
              <a:t>分论点</a:t>
            </a:r>
            <a:r>
              <a:rPr lang="en-US" sz="1400" b="0" i="0" u="none" strike="noStrike">
                <a:solidFill>
                  <a:srgbClr val="80808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r>
              <a:rPr lang="en-US" sz="1400" b="0" i="0" u="none" strike="noStrike">
                <a:solidFill>
                  <a:srgbClr val="808080"/>
                </a:solidFill>
                <a:latin typeface="Noto Sans"/>
                <a:ea typeface="Noto Sans"/>
                <a:cs typeface="Noto Sans"/>
                <a:sym typeface="Noto Sans"/>
              </a:rPr>
              <a:t>详情</a:t>
            </a:r>
            <a:endParaRPr lang="en-US" sz="1100"/>
          </a:p>
        </p:txBody>
      </p:sp>
      <p:sp>
        <p:nvSpPr>
          <p:cNvPr id="23" name="AutoShape 23"/>
          <p:cNvSpPr/>
          <p:nvPr>
            <p:ph type="title" idx="0"/>
          </p:nvPr>
        </p:nvSpPr>
        <p:spPr>
          <a:xfrm>
            <a:off x="647700" y="260223"/>
            <a:ext cx="8412480" cy="4288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254" tIns="254" rIns="254" bIns="254" rtlCol="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03 章节标题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>
            <a:off x="635000" y="783211"/>
            <a:ext cx="2011680" cy="0"/>
          </a:xfrm>
          <a:prstGeom prst="line">
            <a:avLst/>
          </a:prstGeom>
          <a:noFill/>
          <a:ln w="254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5" name="Connector 25"/>
          <p:cNvCxnSpPr/>
          <p:nvPr/>
        </p:nvCxnSpPr>
        <p:spPr>
          <a:xfrm>
            <a:off x="2674112" y="795528"/>
            <a:ext cx="6492240" cy="0"/>
          </a:xfrm>
          <a:prstGeom prst="line">
            <a:avLst/>
          </a:prstGeom>
          <a:noFill/>
          <a:ln w="12700">
            <a:solidFill>
              <a:srgbClr val="D7EAF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BL_CARDS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685800" y="1417320"/>
            <a:ext cx="3337560" cy="4434840"/>
          </a:xfrm>
          <a:prstGeom prst="roundRect">
            <a:avLst>
              <a:gd name="adj" fmla="val 3288"/>
            </a:avLst>
          </a:prstGeom>
          <a:solidFill>
            <a:srgbClr val="EFFFFD">
              <a:alpha val="100000"/>
            </a:srgbClr>
          </a:solidFill>
          <a:ln w="12700">
            <a:solidFill>
              <a:srgbClr val="B4FFF9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3"/>
            </p:custDataLst>
          </p:nvPr>
        </p:nvSpPr>
        <p:spPr>
          <a:xfrm>
            <a:off x="2002536" y="1783080"/>
            <a:ext cx="713232" cy="713232"/>
          </a:xfrm>
          <a:prstGeom prst="ellipse">
            <a:avLst/>
          </a:prstGeom>
          <a:solidFill>
            <a:srgbClr val="0085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ph type="body" idx="1"/>
            <p:custDataLst>
              <p:tags r:id="rId4"/>
            </p:custDataLst>
          </p:nvPr>
        </p:nvSpPr>
        <p:spPr>
          <a:xfrm>
            <a:off x="2002536" y="2039112"/>
            <a:ext cx="713232" cy="12801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zh-CN" alt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一</a:t>
            </a:r>
            <a:endParaRPr lang="zh-CN" altLang="en-US" sz="1400" b="1" i="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" name="AutoShape 6"/>
          <p:cNvSpPr/>
          <p:nvPr>
            <p:ph type="body" idx="4"/>
            <p:custDataLst>
              <p:tags r:id="rId5"/>
            </p:custDataLst>
          </p:nvPr>
        </p:nvSpPr>
        <p:spPr>
          <a:xfrm>
            <a:off x="1005840" y="2743200"/>
            <a:ext cx="2697480" cy="246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zh-CN" altLang="en-US" sz="18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论点</a:t>
            </a:r>
            <a:r>
              <a:rPr lang="zh-CN" altLang="en-US" sz="18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一</a:t>
            </a:r>
            <a:endParaRPr lang="zh-CN" altLang="en-US" sz="1800" b="1" i="0" u="none" strike="noStrike">
              <a:solidFill>
                <a:srgbClr val="0085F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" name="Connector 7"/>
          <p:cNvCxnSpPr/>
          <p:nvPr>
            <p:custDataLst>
              <p:tags r:id="rId6"/>
            </p:custDataLst>
          </p:nvPr>
        </p:nvCxnSpPr>
        <p:spPr>
          <a:xfrm>
            <a:off x="1920240" y="3127248"/>
            <a:ext cx="868680" cy="0"/>
          </a:xfrm>
          <a:prstGeom prst="line">
            <a:avLst/>
          </a:prstGeom>
          <a:noFill/>
          <a:ln w="254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4480560" y="1417320"/>
            <a:ext cx="3337560" cy="4434840"/>
          </a:xfrm>
          <a:prstGeom prst="roundRect">
            <a:avLst>
              <a:gd name="adj" fmla="val 328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5797296" y="1783080"/>
            <a:ext cx="713232" cy="713232"/>
          </a:xfrm>
          <a:prstGeom prst="ellipse">
            <a:avLst/>
          </a:prstGeom>
          <a:solidFill>
            <a:srgbClr val="0085FE">
              <a:alpha val="100000"/>
            </a:srgbClr>
          </a:solidFill>
          <a:ln w="12700">
            <a:solidFill>
              <a:srgbClr val="0085F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ph type="body" idx="2"/>
            <p:custDataLst>
              <p:tags r:id="rId9"/>
            </p:custDataLst>
          </p:nvPr>
        </p:nvSpPr>
        <p:spPr>
          <a:xfrm>
            <a:off x="5797296" y="2039112"/>
            <a:ext cx="713232" cy="12801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zh-CN" alt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二</a:t>
            </a:r>
            <a:endParaRPr lang="zh-CN" altLang="en-US" sz="1400" b="1" i="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" name="AutoShape 11"/>
          <p:cNvSpPr/>
          <p:nvPr>
            <p:ph type="body" idx="5"/>
            <p:custDataLst>
              <p:tags r:id="rId10"/>
            </p:custDataLst>
          </p:nvPr>
        </p:nvSpPr>
        <p:spPr>
          <a:xfrm>
            <a:off x="4800600" y="2743200"/>
            <a:ext cx="2697480" cy="246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zh-CN" altLang="en-US" sz="1800" b="1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ctr">
              <a:lnSpc>
                <a:spcPct val="100000"/>
              </a:lnSpc>
              <a:defRPr/>
            </a:pPr>
            <a:r>
              <a:rPr lang="zh-CN" altLang="en-US" sz="1800" b="1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论点</a:t>
            </a:r>
            <a:r>
              <a:rPr lang="zh-CN" altLang="en-US" sz="1800" b="1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二</a:t>
            </a:r>
            <a:endParaRPr lang="zh-CN" altLang="en-US" sz="1800" b="1">
              <a:solidFill>
                <a:srgbClr val="0085F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2" name="Connector 12"/>
          <p:cNvCxnSpPr/>
          <p:nvPr>
            <p:custDataLst>
              <p:tags r:id="rId11"/>
            </p:custDataLst>
          </p:nvPr>
        </p:nvCxnSpPr>
        <p:spPr>
          <a:xfrm>
            <a:off x="5715000" y="3127248"/>
            <a:ext cx="868680" cy="0"/>
          </a:xfrm>
          <a:prstGeom prst="line">
            <a:avLst/>
          </a:prstGeom>
          <a:noFill/>
          <a:ln w="254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12"/>
            </p:custDataLst>
          </p:nvPr>
        </p:nvSpPr>
        <p:spPr>
          <a:xfrm>
            <a:off x="8275320" y="1417320"/>
            <a:ext cx="3337560" cy="4434840"/>
          </a:xfrm>
          <a:prstGeom prst="roundRect">
            <a:avLst>
              <a:gd name="adj" fmla="val 328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9592056" y="1783080"/>
            <a:ext cx="713232" cy="713232"/>
          </a:xfrm>
          <a:prstGeom prst="ellipse">
            <a:avLst/>
          </a:prstGeom>
          <a:solidFill>
            <a:srgbClr val="0085FE">
              <a:alpha val="100000"/>
            </a:srgbClr>
          </a:solidFill>
          <a:ln w="12700">
            <a:solidFill>
              <a:srgbClr val="0085F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ph type="body" idx="3"/>
            <p:custDataLst>
              <p:tags r:id="rId14"/>
            </p:custDataLst>
          </p:nvPr>
        </p:nvSpPr>
        <p:spPr>
          <a:xfrm>
            <a:off x="9592056" y="2039112"/>
            <a:ext cx="713232" cy="12801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zh-CN" alt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三</a:t>
            </a:r>
            <a:endParaRPr lang="zh-CN" altLang="en-US" sz="1400" b="1" i="0" u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" name="AutoShape 16"/>
          <p:cNvSpPr/>
          <p:nvPr>
            <p:ph type="body" idx="6"/>
            <p:custDataLst>
              <p:tags r:id="rId15"/>
            </p:custDataLst>
          </p:nvPr>
        </p:nvSpPr>
        <p:spPr>
          <a:xfrm>
            <a:off x="8595360" y="2743200"/>
            <a:ext cx="2697480" cy="246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zh-CN" altLang="en-US" sz="1800" b="1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ctr">
              <a:lnSpc>
                <a:spcPct val="100000"/>
              </a:lnSpc>
              <a:defRPr/>
            </a:pPr>
            <a:r>
              <a:rPr lang="zh-CN" altLang="en-US" sz="1800" b="1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论点</a:t>
            </a:r>
            <a:r>
              <a:rPr lang="zh-CN" altLang="en-US" sz="1800" b="1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三</a:t>
            </a:r>
            <a:endParaRPr lang="zh-CN" altLang="en-US" sz="1800" b="1">
              <a:solidFill>
                <a:srgbClr val="0085F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7" name="Connector 17"/>
          <p:cNvCxnSpPr/>
          <p:nvPr>
            <p:custDataLst>
              <p:tags r:id="rId16"/>
            </p:custDataLst>
          </p:nvPr>
        </p:nvCxnSpPr>
        <p:spPr>
          <a:xfrm>
            <a:off x="9509760" y="3127248"/>
            <a:ext cx="868680" cy="0"/>
          </a:xfrm>
          <a:prstGeom prst="line">
            <a:avLst/>
          </a:prstGeom>
          <a:noFill/>
          <a:ln w="254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>
            <p:ph type="title" idx="0"/>
          </p:nvPr>
        </p:nvSpPr>
        <p:spPr>
          <a:xfrm>
            <a:off x="647700" y="260223"/>
            <a:ext cx="8412480" cy="4288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254" tIns="254" rIns="254" bIns="254" rtlCol="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03 章节标题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>
            <a:off x="635000" y="783211"/>
            <a:ext cx="2011680" cy="0"/>
          </a:xfrm>
          <a:prstGeom prst="line">
            <a:avLst/>
          </a:prstGeom>
          <a:noFill/>
          <a:ln w="254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" name="Connector 20"/>
          <p:cNvCxnSpPr/>
          <p:nvPr/>
        </p:nvCxnSpPr>
        <p:spPr>
          <a:xfrm>
            <a:off x="2674112" y="795528"/>
            <a:ext cx="6492240" cy="0"/>
          </a:xfrm>
          <a:prstGeom prst="line">
            <a:avLst/>
          </a:prstGeom>
          <a:noFill/>
          <a:ln w="12700">
            <a:solidFill>
              <a:srgbClr val="D7EAF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07" name="IBL Slot 7"/>
          <p:cNvSpPr txBox="1"/>
          <p:nvPr>
            <p:ph type="body" idx="7"/>
          </p:nvPr>
        </p:nvSpPr>
        <p:spPr>
          <a:xfrm>
            <a:off x="914400" y="3419856"/>
            <a:ext cx="2880360" cy="215798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>
            <a:lvl1pPr>
              <a:buNone/>
              <a:defRPr sz="1100">
                <a:solidFill>
                  <a:srgbClr val="404040"/>
                </a:solidFill>
              </a:defRPr>
            </a:lvl1pPr>
          </a:lstStyle>
          <a:p>
            <a:pPr/>
            <a:endParaRPr lang="zh-CN"/>
          </a:p>
        </p:txBody>
      </p:sp>
      <p:sp>
        <p:nvSpPr>
          <p:cNvPr id="908" name="IBL Slot 8"/>
          <p:cNvSpPr txBox="1"/>
          <p:nvPr>
            <p:ph type="body" idx="8"/>
          </p:nvPr>
        </p:nvSpPr>
        <p:spPr>
          <a:xfrm>
            <a:off x="4709160" y="3419856"/>
            <a:ext cx="2880360" cy="215798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>
            <a:lvl1pPr>
              <a:buNone/>
              <a:defRPr sz="1100">
                <a:solidFill>
                  <a:srgbClr val="404040"/>
                </a:solidFill>
              </a:defRPr>
            </a:lvl1pPr>
          </a:lstStyle>
          <a:p>
            <a:pPr/>
            <a:endParaRPr lang="zh-CN"/>
          </a:p>
        </p:txBody>
      </p:sp>
      <p:sp>
        <p:nvSpPr>
          <p:cNvPr id="909" name="IBL Slot 9"/>
          <p:cNvSpPr txBox="1"/>
          <p:nvPr>
            <p:ph type="body" idx="9"/>
          </p:nvPr>
        </p:nvSpPr>
        <p:spPr>
          <a:xfrm>
            <a:off x="8503920" y="3419856"/>
            <a:ext cx="2880360" cy="215798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>
            <a:lvl1pPr>
              <a:buNone/>
              <a:defRPr sz="1100">
                <a:solidFill>
                  <a:srgbClr val="404040"/>
                </a:solidFill>
              </a:defRPr>
            </a:lvl1pPr>
          </a:lstStyle>
          <a:p>
            <a:pPr/>
            <a:endParaRPr 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BL_COLUMNS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685800" y="1453515"/>
            <a:ext cx="10927080" cy="713232"/>
          </a:xfrm>
          <a:prstGeom prst="roundRect">
            <a:avLst>
              <a:gd name="adj" fmla="val 15384"/>
            </a:avLst>
          </a:prstGeom>
          <a:solidFill>
            <a:srgbClr val="0085FE">
              <a:alpha val="100000"/>
            </a:srgbClr>
          </a:solidFill>
          <a:ln w="12700">
            <a:solidFill>
              <a:srgbClr val="0085FE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ph type="body" idx="1"/>
          </p:nvPr>
        </p:nvSpPr>
        <p:spPr>
          <a:xfrm>
            <a:off x="960120" y="1700403"/>
            <a:ext cx="1037844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8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论点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77240" y="2687955"/>
            <a:ext cx="3246120" cy="2788920"/>
          </a:xfrm>
          <a:prstGeom prst="roundRect">
            <a:avLst>
              <a:gd name="adj" fmla="val 393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05840" y="2989707"/>
            <a:ext cx="420624" cy="420624"/>
          </a:xfrm>
          <a:prstGeom prst="ellipse">
            <a:avLst/>
          </a:prstGeom>
          <a:solidFill>
            <a:srgbClr val="0085FE">
              <a:alpha val="100000"/>
            </a:srgbClr>
          </a:solidFill>
          <a:ln w="12700">
            <a:solidFill>
              <a:srgbClr val="0085F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05840" y="3136011"/>
            <a:ext cx="420624" cy="822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>
            <p:ph type="body" idx="2"/>
          </p:nvPr>
        </p:nvSpPr>
        <p:spPr>
          <a:xfrm>
            <a:off x="1554480" y="2998851"/>
            <a:ext cx="2148840" cy="2011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rPr>
              <a:t>一</a:t>
            </a:r>
            <a:endParaRPr lang="en-US" sz="1100"/>
          </a:p>
        </p:txBody>
      </p:sp>
      <p:sp>
        <p:nvSpPr>
          <p:cNvPr id="9" name="AutoShape 9"/>
          <p:cNvSpPr/>
          <p:nvPr>
            <p:ph type="body" idx="3"/>
          </p:nvPr>
        </p:nvSpPr>
        <p:spPr>
          <a:xfrm>
            <a:off x="1554480" y="3346323"/>
            <a:ext cx="2148840" cy="1463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副标题</a:t>
            </a:r>
            <a:endParaRPr lang="en-US" sz="1100"/>
          </a:p>
        </p:txBody>
      </p:sp>
      <p:sp>
        <p:nvSpPr>
          <p:cNvPr id="10" name="AutoShape 10"/>
          <p:cNvSpPr/>
          <p:nvPr>
            <p:ph type="body" idx="4"/>
          </p:nvPr>
        </p:nvSpPr>
        <p:spPr>
          <a:xfrm>
            <a:off x="1078992" y="3785235"/>
            <a:ext cx="2651760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详情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80560" y="2687955"/>
            <a:ext cx="3246120" cy="2788920"/>
          </a:xfrm>
          <a:prstGeom prst="roundRect">
            <a:avLst>
              <a:gd name="adj" fmla="val 393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709160" y="2989707"/>
            <a:ext cx="420624" cy="420624"/>
          </a:xfrm>
          <a:prstGeom prst="ellipse">
            <a:avLst/>
          </a:prstGeom>
          <a:solidFill>
            <a:srgbClr val="0085FE">
              <a:alpha val="100000"/>
            </a:srgbClr>
          </a:solidFill>
          <a:ln w="12700">
            <a:solidFill>
              <a:srgbClr val="0085F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709160" y="3136011"/>
            <a:ext cx="420624" cy="822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>
            <p:ph type="body" idx="5"/>
          </p:nvPr>
        </p:nvSpPr>
        <p:spPr>
          <a:xfrm>
            <a:off x="5257800" y="2998851"/>
            <a:ext cx="2148840" cy="2011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rPr>
              <a:t>二</a:t>
            </a:r>
            <a:endParaRPr lang="en-US" sz="1100"/>
          </a:p>
        </p:txBody>
      </p:sp>
      <p:sp>
        <p:nvSpPr>
          <p:cNvPr id="15" name="AutoShape 15"/>
          <p:cNvSpPr/>
          <p:nvPr>
            <p:ph type="body" idx="6"/>
          </p:nvPr>
        </p:nvSpPr>
        <p:spPr>
          <a:xfrm>
            <a:off x="5257800" y="3346323"/>
            <a:ext cx="2148840" cy="1463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副标题</a:t>
            </a:r>
            <a:endParaRPr lang="en-US" sz="1100"/>
          </a:p>
        </p:txBody>
      </p:sp>
      <p:sp>
        <p:nvSpPr>
          <p:cNvPr id="16" name="AutoShape 16"/>
          <p:cNvSpPr/>
          <p:nvPr>
            <p:ph type="body" idx="7"/>
          </p:nvPr>
        </p:nvSpPr>
        <p:spPr>
          <a:xfrm>
            <a:off x="4782312" y="3785235"/>
            <a:ext cx="2651760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详情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83880" y="2687955"/>
            <a:ext cx="3246120" cy="2788920"/>
          </a:xfrm>
          <a:prstGeom prst="roundRect">
            <a:avLst>
              <a:gd name="adj" fmla="val 393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9ECFF">
                <a:alpha val="100000"/>
              </a:srgbClr>
            </a:solidFill>
            <a:prstDash val="solid"/>
          </a:ln>
          <a:effectLst>
            <a:outerShdw blurRad="12700" dist="50800" dir="2700000" algn="bl">
              <a:srgbClr val="B7DFFF">
                <a:alpha val="1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412480" y="2989707"/>
            <a:ext cx="420624" cy="420624"/>
          </a:xfrm>
          <a:prstGeom prst="ellipse">
            <a:avLst/>
          </a:prstGeom>
          <a:solidFill>
            <a:srgbClr val="0085FE">
              <a:alpha val="100000"/>
            </a:srgbClr>
          </a:solidFill>
          <a:ln w="12700">
            <a:solidFill>
              <a:srgbClr val="0085F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412480" y="3136011"/>
            <a:ext cx="420624" cy="822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lang="en-US" sz="1100"/>
          </a:p>
        </p:txBody>
      </p:sp>
      <p:sp>
        <p:nvSpPr>
          <p:cNvPr id="20" name="AutoShape 20"/>
          <p:cNvSpPr/>
          <p:nvPr>
            <p:ph type="body" idx="8"/>
          </p:nvPr>
        </p:nvSpPr>
        <p:spPr>
          <a:xfrm>
            <a:off x="8961120" y="2998851"/>
            <a:ext cx="2148840" cy="2011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Noto Sans"/>
                <a:ea typeface="Noto Sans"/>
                <a:cs typeface="Noto Sans"/>
                <a:sym typeface="Noto Sans"/>
              </a:rPr>
              <a:t>三</a:t>
            </a:r>
            <a:endParaRPr lang="en-US" sz="1100"/>
          </a:p>
        </p:txBody>
      </p:sp>
      <p:sp>
        <p:nvSpPr>
          <p:cNvPr id="21" name="AutoShape 21"/>
          <p:cNvSpPr/>
          <p:nvPr>
            <p:ph type="body" idx="9"/>
          </p:nvPr>
        </p:nvSpPr>
        <p:spPr>
          <a:xfrm>
            <a:off x="8961120" y="3346323"/>
            <a:ext cx="2148840" cy="1463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副标题</a:t>
            </a:r>
            <a:endParaRPr lang="en-US" sz="1100"/>
          </a:p>
        </p:txBody>
      </p:sp>
      <p:sp>
        <p:nvSpPr>
          <p:cNvPr id="22" name="AutoShape 22"/>
          <p:cNvSpPr/>
          <p:nvPr>
            <p:ph type="body" idx="10"/>
          </p:nvPr>
        </p:nvSpPr>
        <p:spPr>
          <a:xfrm>
            <a:off x="8485632" y="3785235"/>
            <a:ext cx="2651760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508" tIns="508" rIns="508" bIns="508"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详情</a:t>
            </a:r>
            <a:endParaRPr lang="en-US" sz="1100"/>
          </a:p>
        </p:txBody>
      </p:sp>
      <p:sp>
        <p:nvSpPr>
          <p:cNvPr id="23" name="AutoShape 23"/>
          <p:cNvSpPr/>
          <p:nvPr>
            <p:ph type="title" idx="0"/>
          </p:nvPr>
        </p:nvSpPr>
        <p:spPr>
          <a:xfrm>
            <a:off x="647700" y="260223"/>
            <a:ext cx="8412480" cy="4288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254" tIns="254" rIns="254" bIns="254" rtlCol="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85FE"/>
                </a:solidFill>
                <a:latin typeface="Noto Sans"/>
                <a:ea typeface="Noto Sans"/>
                <a:cs typeface="Noto Sans"/>
                <a:sym typeface="Noto Sans"/>
              </a:rPr>
              <a:t>03 章节标题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>
            <a:off x="635000" y="783211"/>
            <a:ext cx="2011680" cy="0"/>
          </a:xfrm>
          <a:prstGeom prst="line">
            <a:avLst/>
          </a:prstGeom>
          <a:noFill/>
          <a:ln w="25400">
            <a:solidFill>
              <a:srgbClr val="00FFF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5" name="Connector 25"/>
          <p:cNvCxnSpPr/>
          <p:nvPr/>
        </p:nvCxnSpPr>
        <p:spPr>
          <a:xfrm>
            <a:off x="2674112" y="795528"/>
            <a:ext cx="6492240" cy="0"/>
          </a:xfrm>
          <a:prstGeom prst="line">
            <a:avLst/>
          </a:prstGeom>
          <a:noFill/>
          <a:ln w="12700">
            <a:solidFill>
              <a:srgbClr val="D7EAF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0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2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3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4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5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6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7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8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9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10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11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12.xml><?xml version="1.0" encoding="utf-8"?>
<p:tagLst xmlns:p="http://schemas.openxmlformats.org/presentationml/2006/main">
  <p:tag name="KSO_WM_DIAGRAM_VIRTUALLY_FRAME" val="{&quot;height&quot;:331.8,&quot;left&quot;:478.8,&quot;top&quot;:126,&quot;width&quot;:414}"/>
</p:tagLst>
</file>

<file path=ppt/tags/tag13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14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15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16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17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18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19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20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21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22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23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24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25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26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ags/tag27.xml><?xml version="1.0" encoding="utf-8"?>
<p:tagLst xmlns:p="http://schemas.openxmlformats.org/presentationml/2006/main">
  <p:tag name="KSO_WM_DIAGRAM_VIRTUALLY_FRAME" val="{&quot;height&quot;:349.2,&quot;left&quot;:54,&quot;top&quot;:111.6,&quot;width&quot;:860.4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WPS 演示</Application>
  <PresentationFormat/>
  <Paragraphs>102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SimSun</vt:lpstr>
      <vt:lpstr>Wingdings</vt:lpstr>
      <vt:lpstr>Arial</vt:lpstr>
      <vt:lpstr>Noto Sans SC</vt:lpstr>
      <vt:lpstr>Source Han Sans CN VF Light</vt:lpstr>
      <vt:lpstr>思源黑体</vt:lpstr>
      <vt:lpstr>SimHei</vt:lpstr>
      <vt:lpstr>Noto Sans</vt:lpstr>
      <vt:lpstr>Noto Sans JP</vt:lpstr>
      <vt:lpstr>Helvetica</vt:lpstr>
      <vt:lpstr>Microsoft YaHei</vt:lpstr>
      <vt:lpstr>Arial Unicode MS</vt:lpstr>
      <vt:lpstr>Office 主题​​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WPS_1772675301</cp:lastModifiedBy>
  <cp:revision>3</cp:revision>
  <dcterms:created xsi:type="dcterms:W3CDTF">2026-09-02T06:59:00Z</dcterms:created>
  <dcterms:modified xsi:type="dcterms:W3CDTF">2026-09-03T13:03:19Z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ACE432A802FF4F00ACCF8FD3F2CA50A4_12</vt:lpwstr>
  </property>
  <property fmtid="{D5CDD505-2E9C-101B-9397-08002B2CF9AE}" pid="3" name="KSOProductBuildVer">
    <vt:lpwstr>2052-12.1.0.28043</vt:lpwstr>
  </property>
</Properties>
</file>