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1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1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思源黑体"/>
                <a:ea typeface="思源黑体"/>
                <a:cs typeface="思源黑体"/>
                <a:sym typeface="思源黑体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2471666" y="2528124"/>
            <a:ext cx="3624334" cy="11477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499360" y="3675826"/>
            <a:ext cx="5715000" cy="7886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Source Han Sans CN VF Light" panose="020B0200000000000000" charset="-122"/>
                <a:ea typeface="Source Han Sans CN VF Light" panose="020B0200000000000000" charset="-122"/>
                <a:cs typeface="Source Han Sans CN VF Light" panose="020B0200000000000000" charset="-122"/>
                <a:sym typeface="Source Han Sans CN VF Light" panose="020B0200000000000000" charset="-122"/>
              </a:rPr>
              <a:t>副标题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7831" y="480470"/>
            <a:ext cx="2328562" cy="5029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13870190" y="667477"/>
            <a:ext cx="1422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47700" y="260223"/>
            <a:ext cx="8412480" cy="4389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01 章节标题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635000" y="795594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40080" y="1152144"/>
            <a:ext cx="3794760" cy="5074920"/>
          </a:xfrm>
          <a:prstGeom prst="roundRect">
            <a:avLst>
              <a:gd name="adj" fmla="val 2892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96112" y="1476375"/>
            <a:ext cx="237744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论点标题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>
            <a:off x="896112" y="1883664"/>
            <a:ext cx="2025650" cy="6985"/>
          </a:xfrm>
          <a:prstGeom prst="line">
            <a:avLst/>
          </a:prstGeom>
          <a:noFill/>
          <a:ln w="381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892040" y="1133856"/>
            <a:ext cx="640080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论点标题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92040" y="1719072"/>
            <a:ext cx="6537960" cy="1005840"/>
          </a:xfrm>
          <a:prstGeom prst="roundRect">
            <a:avLst>
              <a:gd name="adj" fmla="val 1090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6EA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098923" y="1883664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98923" y="2221992"/>
            <a:ext cx="52578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92040" y="3072384"/>
            <a:ext cx="6537960" cy="1005840"/>
          </a:xfrm>
          <a:prstGeom prst="roundRect">
            <a:avLst>
              <a:gd name="adj" fmla="val 1090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FEF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098923" y="3236976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92040" y="4425696"/>
            <a:ext cx="6537960" cy="1005840"/>
          </a:xfrm>
          <a:prstGeom prst="roundRect">
            <a:avLst>
              <a:gd name="adj" fmla="val 1090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6EA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098923" y="4590288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98923" y="3575304"/>
            <a:ext cx="52578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98923" y="4928616"/>
            <a:ext cx="52578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6112" y="2221992"/>
            <a:ext cx="3331845" cy="32095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155700" y="1307154"/>
            <a:ext cx="9652261" cy="4924628"/>
          </a:xfrm>
          <a:prstGeom prst="roundRect">
            <a:avLst>
              <a:gd name="adj" fmla="val 222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r>
              <a:rPr lang="zh-CN"/>
              <a:t>图片</a:t>
            </a:r>
            <a:endParaRPr lang="zh-CN"/>
          </a:p>
        </p:txBody>
      </p:sp>
      <p:sp>
        <p:nvSpPr>
          <p:cNvPr id="4" name="AutoShape 4"/>
          <p:cNvSpPr/>
          <p:nvPr/>
        </p:nvSpPr>
        <p:spPr>
          <a:xfrm>
            <a:off x="647700" y="260223"/>
            <a:ext cx="8412480" cy="4389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02 章节标题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635000" y="795594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40080" y="1143000"/>
            <a:ext cx="2609199" cy="5141595"/>
          </a:xfrm>
          <a:prstGeom prst="roundRect">
            <a:avLst>
              <a:gd name="adj" fmla="val 6969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584400" y="1143000"/>
            <a:ext cx="2227580" cy="5114316"/>
          </a:xfrm>
          <a:prstGeom prst="roundRect">
            <a:avLst>
              <a:gd name="adj" fmla="val 765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348487" y="1143000"/>
            <a:ext cx="3133545" cy="2358070"/>
          </a:xfrm>
          <a:prstGeom prst="roundRect">
            <a:avLst>
              <a:gd name="adj" fmla="val 465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r>
              <a:rPr lang="zh-CN"/>
              <a:t>图片</a:t>
            </a:r>
            <a:endParaRPr lang="zh-CN"/>
          </a:p>
        </p:txBody>
      </p:sp>
      <p:sp>
        <p:nvSpPr>
          <p:cNvPr id="6" name="AutoShape 6"/>
          <p:cNvSpPr/>
          <p:nvPr/>
        </p:nvSpPr>
        <p:spPr>
          <a:xfrm>
            <a:off x="3348487" y="3700158"/>
            <a:ext cx="3113220" cy="2584437"/>
          </a:xfrm>
          <a:prstGeom prst="roundRect">
            <a:avLst>
              <a:gd name="adj" fmla="val 4245"/>
            </a:avLst>
          </a:prstGeom>
          <a:solidFill>
            <a:srgbClr val="EFFFFD">
              <a:alpha val="100000"/>
            </a:srgbClr>
          </a:solidFill>
          <a:ln w="12700">
            <a:solidFill>
              <a:srgbClr val="9AFFF8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905127" y="1136676"/>
            <a:ext cx="2511388" cy="5120640"/>
          </a:xfrm>
          <a:prstGeom prst="roundRect">
            <a:avLst>
              <a:gd name="adj" fmla="val 4368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060180" y="1442323"/>
            <a:ext cx="457200" cy="438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0085FE"/>
                </a:solidFill>
                <a:latin typeface="Helvetica"/>
                <a:ea typeface="Helvetica"/>
                <a:cs typeface="Helvetica"/>
                <a:sym typeface="Helvetica"/>
              </a:rPr>
              <a:t>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260223"/>
            <a:ext cx="8412480" cy="4389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 章节标题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>
            <a:off x="635000" y="795594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58368" y="1097280"/>
            <a:ext cx="4937760" cy="5166360"/>
          </a:xfrm>
          <a:prstGeom prst="roundRect">
            <a:avLst>
              <a:gd name="adj" fmla="val 2222"/>
            </a:avLst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60120" y="1481328"/>
            <a:ext cx="201168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60120" y="2212848"/>
            <a:ext cx="4251960" cy="32461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80760" y="1115568"/>
            <a:ext cx="18288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6080760" y="1600200"/>
            <a:ext cx="5257800" cy="1299210"/>
          </a:xfrm>
          <a:prstGeom prst="roundRect">
            <a:avLst>
              <a:gd name="adj" fmla="val 1061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355080" y="1828800"/>
            <a:ext cx="438912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4"/>
            </p:custDataLst>
          </p:nvPr>
        </p:nvSpPr>
        <p:spPr>
          <a:xfrm>
            <a:off x="7178040" y="1764792"/>
            <a:ext cx="228600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分论点1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7178040" y="2103120"/>
            <a:ext cx="374904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分论点1详情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6080760" y="3027045"/>
            <a:ext cx="5257800" cy="1280795"/>
          </a:xfrm>
          <a:prstGeom prst="roundRect">
            <a:avLst>
              <a:gd name="adj" fmla="val 1061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6355080" y="3246120"/>
            <a:ext cx="438912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8"/>
            </p:custDataLst>
          </p:nvPr>
        </p:nvSpPr>
        <p:spPr>
          <a:xfrm>
            <a:off x="7178040" y="3182112"/>
            <a:ext cx="228600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分论点</a:t>
            </a: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7178040" y="3520440"/>
            <a:ext cx="374904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分论点</a:t>
            </a: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6080760" y="4434840"/>
            <a:ext cx="5257800" cy="1379220"/>
          </a:xfrm>
          <a:prstGeom prst="roundRect">
            <a:avLst>
              <a:gd name="adj" fmla="val 1061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1"/>
            </p:custDataLst>
          </p:nvPr>
        </p:nvSpPr>
        <p:spPr>
          <a:xfrm>
            <a:off x="6355080" y="4663440"/>
            <a:ext cx="438912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2"/>
            </p:custDataLst>
          </p:nvPr>
        </p:nvSpPr>
        <p:spPr>
          <a:xfrm>
            <a:off x="7178040" y="4599432"/>
            <a:ext cx="228600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分论点</a:t>
            </a: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3"/>
            </p:custDataLst>
          </p:nvPr>
        </p:nvSpPr>
        <p:spPr>
          <a:xfrm>
            <a:off x="7178040" y="4937760"/>
            <a:ext cx="374904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分论点</a:t>
            </a: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" y="260223"/>
            <a:ext cx="8412480" cy="428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 章节标题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>
            <a:off x="635000" y="783211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685800" y="141732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EFFFFD">
              <a:alpha val="100000"/>
            </a:srgbClr>
          </a:solidFill>
          <a:ln w="12700">
            <a:solidFill>
              <a:srgbClr val="B4FFF9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2002536" y="1783080"/>
            <a:ext cx="713232" cy="713232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2002536" y="2039112"/>
            <a:ext cx="713232" cy="1280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一</a:t>
            </a:r>
            <a:endParaRPr lang="zh-CN" altLang="en-US" sz="1400" b="1" i="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005840" y="2743200"/>
            <a:ext cx="269748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r>
              <a:rPr lang="zh-CN" alt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一</a:t>
            </a:r>
            <a:endParaRPr lang="zh-CN" altLang="en-US" sz="1800" b="1" i="0" u="none" strike="noStrike">
              <a:solidFill>
                <a:srgbClr val="0085F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" name="Connector 7"/>
          <p:cNvCxnSpPr/>
          <p:nvPr>
            <p:custDataLst>
              <p:tags r:id="rId6"/>
            </p:custDataLst>
          </p:nvPr>
        </p:nvCxnSpPr>
        <p:spPr>
          <a:xfrm>
            <a:off x="1920240" y="3127248"/>
            <a:ext cx="868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480560" y="141732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5797296" y="1783080"/>
            <a:ext cx="713232" cy="713232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5797296" y="2039112"/>
            <a:ext cx="713232" cy="1280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二</a:t>
            </a:r>
            <a:endParaRPr lang="zh-CN" altLang="en-US" sz="1400" b="1" i="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800600" y="2743200"/>
            <a:ext cx="269748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r>
              <a: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二</a:t>
            </a:r>
            <a:endParaRPr lang="zh-CN" altLang="en-US" sz="1800" b="1">
              <a:solidFill>
                <a:srgbClr val="0085F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2" name="Connector 12"/>
          <p:cNvCxnSpPr/>
          <p:nvPr>
            <p:custDataLst>
              <p:tags r:id="rId11"/>
            </p:custDataLst>
          </p:nvPr>
        </p:nvCxnSpPr>
        <p:spPr>
          <a:xfrm>
            <a:off x="5715000" y="3127248"/>
            <a:ext cx="868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8275320" y="141732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9592056" y="1783080"/>
            <a:ext cx="713232" cy="713232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9592056" y="2039112"/>
            <a:ext cx="713232" cy="1280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三</a:t>
            </a:r>
            <a:endParaRPr lang="zh-CN" altLang="en-US" sz="1400" b="1" i="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8595360" y="2743200"/>
            <a:ext cx="269748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r>
              <a: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三</a:t>
            </a:r>
            <a:endParaRPr lang="zh-CN" altLang="en-US" sz="1800" b="1">
              <a:solidFill>
                <a:srgbClr val="0085F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" name="Connector 17"/>
          <p:cNvCxnSpPr/>
          <p:nvPr>
            <p:custDataLst>
              <p:tags r:id="rId16"/>
            </p:custDataLst>
          </p:nvPr>
        </p:nvCxnSpPr>
        <p:spPr>
          <a:xfrm>
            <a:off x="9509760" y="3127248"/>
            <a:ext cx="868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" y="260223"/>
            <a:ext cx="8412480" cy="428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 章节标题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>
            <a:off x="635000" y="783211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85800" y="1453515"/>
            <a:ext cx="10927080" cy="713232"/>
          </a:xfrm>
          <a:prstGeom prst="roundRect">
            <a:avLst>
              <a:gd name="adj" fmla="val 15384"/>
            </a:avLst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60120" y="1700403"/>
            <a:ext cx="103784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77240" y="2687955"/>
            <a:ext cx="3246120" cy="278892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05840" y="2989707"/>
            <a:ext cx="420624" cy="420624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05840" y="3136011"/>
            <a:ext cx="420624" cy="822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54480" y="2998851"/>
            <a:ext cx="214884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54480" y="3346323"/>
            <a:ext cx="2148840" cy="1463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副标题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8992" y="3785235"/>
            <a:ext cx="265176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80560" y="2687955"/>
            <a:ext cx="3246120" cy="278892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709160" y="2989707"/>
            <a:ext cx="420624" cy="420624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709160" y="3136011"/>
            <a:ext cx="420624" cy="822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57800" y="2998851"/>
            <a:ext cx="214884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57800" y="3346323"/>
            <a:ext cx="2148840" cy="1463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副标题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82312" y="3785235"/>
            <a:ext cx="265176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83880" y="2687955"/>
            <a:ext cx="3246120" cy="278892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412480" y="2989707"/>
            <a:ext cx="420624" cy="420624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412480" y="3136011"/>
            <a:ext cx="420624" cy="822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61120" y="2998851"/>
            <a:ext cx="214884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61120" y="3346323"/>
            <a:ext cx="2148840" cy="1463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副标题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485632" y="3785235"/>
            <a:ext cx="265176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" y="260223"/>
            <a:ext cx="8412480" cy="428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 章节标题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>
            <a:off x="635000" y="783211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2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3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4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5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6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7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8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9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10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11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12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13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4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5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6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7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8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9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0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1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2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3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4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5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6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7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WPS 演示</Application>
  <PresentationFormat/>
  <Paragraphs>102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Arial</vt:lpstr>
      <vt:lpstr>Noto Sans SC</vt:lpstr>
      <vt:lpstr>Source Han Sans CN VF Light</vt:lpstr>
      <vt:lpstr>思源黑体</vt:lpstr>
      <vt:lpstr>SimHei</vt:lpstr>
      <vt:lpstr>Noto Sans</vt:lpstr>
      <vt:lpstr>Noto Sans JP</vt:lpstr>
      <vt:lpstr>Helvetica</vt:lpstr>
      <vt:lpstr>Microsoft YaHei</vt:lpstr>
      <vt:lpstr>Arial Unicode MS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WPS_1772675301</cp:lastModifiedBy>
  <cp:revision>3</cp:revision>
  <dcterms:created xsi:type="dcterms:W3CDTF">2026-09-02T06:59:00Z</dcterms:created>
  <dcterms:modified xsi:type="dcterms:W3CDTF">2026-09-03T13:03:19Z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ACE432A802FF4F00ACCF8FD3F2CA50A4_12</vt:lpwstr>
  </property>
  <property fmtid="{D5CDD505-2E9C-101B-9397-08002B2CF9AE}" pid="3" name="KSOProductBuildVer">
    <vt:lpwstr>2052-12.1.0.28043</vt:lpwstr>
  </property>
</Properties>
</file>